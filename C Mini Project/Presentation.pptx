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>
        <p:scale>
          <a:sx n="125" d="100"/>
          <a:sy n="125" d="100"/>
        </p:scale>
        <p:origin x="-2909" y="-18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C013D-2376-FF34-1F09-65F1F09802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0061E-A5C0-B5BC-6922-A83B74203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73FD8-DCDD-C138-19D4-9DC0EE8A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FC9C5-53AA-28C4-34BE-A005DE640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57188-8035-C591-D175-A69ACC01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99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4148-D2BB-1C29-DF05-E2658E0E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A021C-8F3E-FC09-73DD-74FFFCF9C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BECC4-0B87-0A04-E1DB-6046941F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30BF7-D078-5548-BE85-8B0F3B14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B829E-6F17-B42C-D1D2-AA27E120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85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3763-5349-08BE-3C98-468F31E0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8D6DA-0B6E-7718-0DD0-FB1FA82DA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2029D-286F-AD60-F006-9D1A21A3C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7EBA3-DBFF-FE0B-866A-C6A4FF4AC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9C28C-75BF-FD6B-A95B-F75AFB04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1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6C4D6-D6D9-2824-5569-5F6904AC1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2DC7A-EF8B-0D65-A7C6-8636EF092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7E9D1-2E39-2260-6B05-74BE96A33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4281B-A05A-0CC8-1C73-0B44F8211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040B0-EC29-2445-9D74-845D39DC7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4212A-F2F0-3729-F3CD-AAEFA8CD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9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3CAC-7778-9F7A-E612-82E84637A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48AEF-E298-7627-CDBB-5129B266E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534DF-EC3E-2BD8-B27D-937A88F7B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C98D56-ABB8-A457-D181-9C53D77257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5289D-11E3-E1A7-0F6A-BC2945981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C698F-20A3-2042-B016-5F4A8235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F0401-E3E7-FBE9-4EAE-5B233771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5EAE5-6F74-5C2C-AC7F-DD51F888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6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E692B-54CF-1B27-0186-04A6467E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25949D-8280-9BC7-8AD1-4F3D8507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445AED-196D-58C9-659B-1DAF5980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BEC59-3014-D6DF-C7E3-9BDADF2C6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91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4D3EF-C98F-212F-1F6B-BE182B30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AFC65-4497-B48F-286D-377B3240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68886-62FC-0030-0355-428A94F6A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728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A994-3E76-04EC-0A4D-65608684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EACC0-9981-3523-91AE-7B6D2B1F1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20E20-849A-167D-E6EB-65C73A2D7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5817D-B688-AA9B-ADD9-C85EF7E6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6DE43-187E-5992-3B34-521A00E1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7A687-DFB2-C1B5-69CA-2873A2DD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037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D92B-F855-96DB-4E3E-21C8BDF10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66E0D-CA95-0E60-75E4-396B081D2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B19F17-9844-CA19-C7EC-DD46B9374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1B322-D435-4394-E086-13A4A08A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ADD55-8E03-82C3-AC37-6ECC2594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0B3BD-FB65-F178-2295-6DE250C8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4842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39F09-D5DC-08C6-5DB2-D161D0029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2D66D-D980-ECA5-E6AE-EF32E4F79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6A84B-D6C1-9F58-B9C5-78A5B10D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07155-606E-5B56-CDB8-05514D46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33CD0-CFE1-79E0-4F2E-4C7A4C53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571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862235-85EE-F05D-2FE5-24A4F50B3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BEB0E-C26C-ED8E-CC75-5CBB1AEE3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71E91-81DD-47EF-89B3-CA2745BF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11F57-0897-5343-AE95-ECC79E2E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8DA2F-D6F7-BA18-A683-C4F7EBFE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04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BB1D49-3D70-8717-AC48-531AF611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72FC5-B647-B428-A996-F64C17E2B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B3F42-56E4-BE8F-09E1-1D8D5EC82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7EAFB-6D89-475A-AF1D-AF2E591642D1}" type="datetimeFigureOut">
              <a:rPr lang="en-IN" smtClean="0"/>
              <a:t>06-01-2026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F9BFB-965C-24A1-6BA6-6D652D53D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87AA3-4169-23E6-F729-766308D81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B669B-009E-4B40-AFDC-4BA57BF902A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635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makery.ch/library/html-css/part1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s-thank-you-message-grateful-1314887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66951-2B14-D744-D4A5-8538417EF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36551" y="901701"/>
            <a:ext cx="12642851" cy="2032098"/>
          </a:xfrm>
        </p:spPr>
        <p:txBody>
          <a:bodyPr>
            <a:normAutofit/>
          </a:bodyPr>
          <a:lstStyle/>
          <a:p>
            <a:r>
              <a:rPr lang="en-IN" sz="4600" dirty="0"/>
              <a:t>PROJECT NAME: SCIENTIFIC UNIT CONVERTER 										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A5A6F-FB8E-F02E-94E8-838C6C721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587" y="2959511"/>
            <a:ext cx="10589341" cy="3569108"/>
          </a:xfrm>
        </p:spPr>
        <p:txBody>
          <a:bodyPr/>
          <a:lstStyle/>
          <a:p>
            <a:pPr algn="l"/>
            <a:r>
              <a:rPr lang="en-IN" dirty="0"/>
              <a:t>SUBMITED BY:                                                                GUIDENCE/SUBMITED TO:                                                            </a:t>
            </a:r>
          </a:p>
          <a:p>
            <a:pPr algn="l"/>
            <a:r>
              <a:rPr lang="en-IN" dirty="0"/>
              <a:t>Ujjwal Puri Goswami                                                        MISS.NAINA DEVI</a:t>
            </a:r>
          </a:p>
          <a:p>
            <a:pPr algn="l"/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SEMESTER                                                                      IBM </a:t>
            </a:r>
          </a:p>
          <a:p>
            <a:pPr algn="l"/>
            <a:r>
              <a:rPr lang="en-IN" dirty="0"/>
              <a:t>BTECH CSE (AI/ML)                                                           SESSION:2025-26</a:t>
            </a:r>
          </a:p>
          <a:p>
            <a:pPr algn="l"/>
            <a:r>
              <a:rPr lang="en-IN" dirty="0"/>
              <a:t>SECTION: B</a:t>
            </a:r>
          </a:p>
          <a:p>
            <a:pPr algn="l"/>
            <a:r>
              <a:rPr lang="en-IN" dirty="0"/>
              <a:t>IBM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14C77-3D20-195C-7FA8-ED2D14E9D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427" y="297619"/>
            <a:ext cx="3334215" cy="133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0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6F4C0-25F7-74D6-BCC6-243B2095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📌AGENDA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F4DB6F-3F64-19FE-CE4D-12B54BAE3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sz="3600" dirty="0"/>
              <a:t>🔢 To design a menu-driven unit conversion program using C</a:t>
            </a:r>
            <a:br>
              <a:rPr lang="en-IN" sz="3600" dirty="0"/>
            </a:br>
            <a:endParaRPr lang="en-IN" sz="3600" dirty="0"/>
          </a:p>
          <a:p>
            <a:r>
              <a:rPr lang="en-IN" sz="3600" dirty="0"/>
              <a:t> To perform temperature conversions</a:t>
            </a:r>
            <a:br>
              <a:rPr lang="en-IN" sz="3600" dirty="0"/>
            </a:br>
            <a:endParaRPr lang="en-IN" sz="3600" dirty="0"/>
          </a:p>
          <a:p>
            <a:r>
              <a:rPr lang="en-IN" sz="3600" dirty="0"/>
              <a:t>📏 To convert distance units</a:t>
            </a:r>
            <a:br>
              <a:rPr lang="en-IN" sz="3600" dirty="0"/>
            </a:br>
            <a:endParaRPr lang="en-IN" sz="3600" dirty="0"/>
          </a:p>
          <a:p>
            <a:r>
              <a:rPr lang="en-IN" sz="3600" dirty="0"/>
              <a:t>⚖️ To convert mass units</a:t>
            </a:r>
            <a:br>
              <a:rPr lang="en-IN" sz="3600" dirty="0"/>
            </a:br>
            <a:endParaRPr lang="en-IN" sz="3600" dirty="0"/>
          </a:p>
          <a:p>
            <a:r>
              <a:rPr lang="en-IN" sz="3600" dirty="0"/>
              <a:t>⏱️ To convert time units</a:t>
            </a:r>
            <a:br>
              <a:rPr lang="en-IN" sz="3600" dirty="0"/>
            </a:br>
            <a:endParaRPr lang="en-IN" sz="3600" dirty="0"/>
          </a:p>
          <a:p>
            <a:r>
              <a:rPr lang="en-IN" sz="3600" dirty="0"/>
              <a:t>💡 To demonstrate the use of switch–case and nested logic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26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0BCD-CDDF-9B98-4AED-B6019CB7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🎯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704F4-A01E-7AFE-08A9-ADD54A8E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💻 To understand the structure of a C program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🔁 To implement </a:t>
            </a:r>
            <a:r>
              <a:rPr lang="en-US" b="1" dirty="0"/>
              <a:t>switch–case statements</a:t>
            </a:r>
            <a:r>
              <a:rPr lang="en-US" dirty="0"/>
              <a:t> effectively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📥 To take user input and process it correctly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To apply logical and mathematical operations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📊 To provide accurate and fast unit conversions</a:t>
            </a:r>
            <a:br>
              <a:rPr lang="en-US" dirty="0"/>
            </a:b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🚀 To enhance problem-solving and coding skills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97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3E70E-F353-DFA0-E551-C059948F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🧾 INTRODUCTION TO PROJECT</a:t>
            </a:r>
            <a:br>
              <a:rPr lang="en-IN" dirty="0"/>
            </a:br>
            <a:r>
              <a:rPr lang="en-IN" dirty="0"/>
              <a:t> Scientific Unit Converter Using c program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8E034-E8DE-C62E-E55D-9A6EAFC2B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👋 </a:t>
            </a:r>
            <a:r>
              <a:rPr lang="en-US" b="1" dirty="0"/>
              <a:t>Overview</a:t>
            </a:r>
            <a:br>
              <a:rPr lang="en-US" dirty="0"/>
            </a:br>
            <a:r>
              <a:rPr lang="en-US" dirty="0"/>
              <a:t>The Scientific Unit Converter is a console-based C application designed to convert different scientific units in an easy and efficient manner.</a:t>
            </a:r>
          </a:p>
          <a:p>
            <a:r>
              <a:rPr lang="en-US" dirty="0"/>
              <a:t>💡 </a:t>
            </a:r>
            <a:r>
              <a:rPr lang="en-US" b="1" dirty="0"/>
              <a:t>Purpose</a:t>
            </a:r>
            <a:br>
              <a:rPr lang="en-US" dirty="0"/>
            </a:br>
            <a:r>
              <a:rPr lang="en-US" dirty="0"/>
              <a:t>This project helps users convert units related to </a:t>
            </a:r>
            <a:r>
              <a:rPr lang="en-US" b="1" dirty="0"/>
              <a:t>Temperature, Distance, Mass, and Time</a:t>
            </a:r>
            <a:r>
              <a:rPr lang="en-US" dirty="0"/>
              <a:t> using simple menu options. It also helps students understand practical implementation of switch–case statements in C programming.</a:t>
            </a:r>
          </a:p>
          <a:p>
            <a:r>
              <a:rPr lang="en-US" dirty="0"/>
              <a:t>⚙️ </a:t>
            </a:r>
            <a:r>
              <a:rPr lang="en-US" b="1" dirty="0"/>
              <a:t>Working Principle</a:t>
            </a:r>
            <a:br>
              <a:rPr lang="en-US" dirty="0"/>
            </a:br>
            <a:r>
              <a:rPr lang="en-US" dirty="0"/>
              <a:t>The program first asks the user to select a category, then a conversion type, and finally the input value. Based on the selection, the program performs the required calculation and displays the result.</a:t>
            </a:r>
          </a:p>
          <a:p>
            <a:r>
              <a:rPr lang="en-US" dirty="0"/>
              <a:t>🎯 </a:t>
            </a:r>
            <a:r>
              <a:rPr lang="en-US" b="1" dirty="0"/>
              <a:t>Application</a:t>
            </a:r>
            <a:br>
              <a:rPr lang="en-US" dirty="0"/>
            </a:br>
            <a:r>
              <a:rPr lang="en-US" dirty="0"/>
              <a:t>This type of converter is useful in education, laboratories, engineering calculations, and daily-life unit conversions.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88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5757-8413-9630-1729-EA18B560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🛠️ TOOLS &amp; TECHNOLOGIES USED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2763538-038F-1B39-7521-B5DFB8F558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03650" y="1365811"/>
            <a:ext cx="6690851" cy="3122177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42A2EBD-C2C5-9814-5BFC-A284F106E505}"/>
              </a:ext>
            </a:extLst>
          </p:cNvPr>
          <p:cNvSpPr txBox="1"/>
          <p:nvPr/>
        </p:nvSpPr>
        <p:spPr>
          <a:xfrm>
            <a:off x="639097" y="2145724"/>
            <a:ext cx="601773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💻 </a:t>
            </a:r>
            <a:r>
              <a:rPr lang="en-IN" sz="2400" b="1" dirty="0"/>
              <a:t>Visual Studio Code (VS Code)</a:t>
            </a:r>
            <a:br>
              <a:rPr lang="en-IN" sz="2400" dirty="0"/>
            </a:br>
            <a:r>
              <a:rPr lang="en-IN" sz="2400" dirty="0"/>
              <a:t>Used for writing and editing the C source code.</a:t>
            </a:r>
          </a:p>
          <a:p>
            <a:r>
              <a:rPr lang="en-IN" sz="2400" dirty="0"/>
              <a:t>⚙️ </a:t>
            </a:r>
            <a:r>
              <a:rPr lang="en-IN" sz="2400" b="1" dirty="0"/>
              <a:t>GCC Compiler</a:t>
            </a:r>
            <a:br>
              <a:rPr lang="en-IN" sz="2400" dirty="0"/>
            </a:br>
            <a:r>
              <a:rPr lang="en-IN" sz="2400" dirty="0"/>
              <a:t>Compiles and executes the C program.</a:t>
            </a:r>
          </a:p>
          <a:p>
            <a:r>
              <a:rPr lang="en-IN" sz="2400" dirty="0"/>
              <a:t>⌨️ </a:t>
            </a:r>
            <a:r>
              <a:rPr lang="en-IN" sz="2400" b="1" dirty="0"/>
              <a:t>C Programming Language</a:t>
            </a:r>
            <a:br>
              <a:rPr lang="en-IN" sz="2400" dirty="0"/>
            </a:br>
            <a:r>
              <a:rPr lang="en-IN" sz="2400" dirty="0"/>
              <a:t>Used to implement logic, conditions, and calculations.</a:t>
            </a:r>
          </a:p>
          <a:p>
            <a:r>
              <a:rPr lang="en-IN" sz="2400" dirty="0"/>
              <a:t>🖥️ </a:t>
            </a:r>
            <a:r>
              <a:rPr lang="en-IN" sz="2400" b="1" dirty="0"/>
              <a:t>Windows Operating System</a:t>
            </a:r>
            <a:br>
              <a:rPr lang="en-IN" sz="2400" dirty="0"/>
            </a:br>
            <a:r>
              <a:rPr lang="en-IN" sz="2400" dirty="0"/>
              <a:t>Provides the execution environment.</a:t>
            </a:r>
          </a:p>
          <a:p>
            <a:endParaRPr lang="en-US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A76F61-B092-2618-8D13-F25D318077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353" y="4580321"/>
            <a:ext cx="4809447" cy="18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7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6AFF-978F-A3DB-04FD-150FE2C3D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⚙️ PROJECT 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10AEF-3939-6154-3C7E-4D70F987F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74840"/>
            <a:ext cx="10763865" cy="4925960"/>
          </a:xfrm>
        </p:spPr>
        <p:txBody>
          <a:bodyPr>
            <a:normAutofit/>
          </a:bodyPr>
          <a:lstStyle/>
          <a:p>
            <a:r>
              <a:rPr lang="en-US" dirty="0"/>
              <a:t>1️⃣ 📂 </a:t>
            </a:r>
            <a:r>
              <a:rPr lang="en-US" b="1" dirty="0"/>
              <a:t>Category Selection</a:t>
            </a:r>
            <a:br>
              <a:rPr lang="en-US" dirty="0"/>
            </a:br>
            <a:r>
              <a:rPr lang="en-US" dirty="0"/>
              <a:t>User selects a category like Temperature, Distance, Mass, or Time.</a:t>
            </a:r>
          </a:p>
          <a:p>
            <a:r>
              <a:rPr lang="en-US" dirty="0"/>
              <a:t>2️⃣ 🔁 </a:t>
            </a:r>
            <a:r>
              <a:rPr lang="en-US" b="1" dirty="0"/>
              <a:t>Conversion Choice</a:t>
            </a:r>
            <a:br>
              <a:rPr lang="en-US" dirty="0"/>
            </a:br>
            <a:r>
              <a:rPr lang="en-US" dirty="0"/>
              <a:t>User chooses a specific conversion type from the menu.</a:t>
            </a:r>
          </a:p>
          <a:p>
            <a:r>
              <a:rPr lang="en-US" dirty="0"/>
              <a:t>3️⃣ 📥 </a:t>
            </a:r>
            <a:r>
              <a:rPr lang="en-US" b="1" dirty="0"/>
              <a:t>Input Value</a:t>
            </a:r>
            <a:br>
              <a:rPr lang="en-US" dirty="0"/>
            </a:br>
            <a:r>
              <a:rPr lang="en-US" dirty="0"/>
              <a:t>User enters the value to be converted.</a:t>
            </a:r>
          </a:p>
          <a:p>
            <a:r>
              <a:rPr lang="en-US" dirty="0"/>
              <a:t>4️⃣ 🧠 </a:t>
            </a:r>
            <a:r>
              <a:rPr lang="en-US" b="1" dirty="0"/>
              <a:t>Logic Execution</a:t>
            </a:r>
            <a:br>
              <a:rPr lang="en-US" dirty="0"/>
            </a:br>
            <a:r>
              <a:rPr lang="en-US" dirty="0"/>
              <a:t>The program uses switch–case statements to perform calculations.</a:t>
            </a:r>
          </a:p>
          <a:p>
            <a:r>
              <a:rPr lang="en-US" dirty="0"/>
              <a:t>5️⃣ 📊 </a:t>
            </a:r>
            <a:r>
              <a:rPr lang="en-US" b="1" dirty="0"/>
              <a:t>Result Display</a:t>
            </a:r>
            <a:br>
              <a:rPr lang="en-US" dirty="0"/>
            </a:br>
            <a:r>
              <a:rPr lang="en-US" dirty="0"/>
              <a:t>Converted value is displayed with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83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3863-1B39-436D-A39C-6C4404699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-68782"/>
            <a:ext cx="10515600" cy="1325563"/>
          </a:xfrm>
        </p:spPr>
        <p:txBody>
          <a:bodyPr/>
          <a:lstStyle/>
          <a:p>
            <a:r>
              <a:rPr lang="en-US" dirty="0"/>
              <a:t>                                📸 SCREENSHOT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BD7EE-6CA7-AB8F-DB61-E48D3662B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808" y="1847358"/>
            <a:ext cx="12192000" cy="619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55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098B-5E9F-9D1D-EFF5-0DB102B0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8080" y="0"/>
            <a:ext cx="6629400" cy="1325563"/>
          </a:xfrm>
        </p:spPr>
        <p:txBody>
          <a:bodyPr/>
          <a:lstStyle/>
          <a:p>
            <a:r>
              <a:rPr lang="en-IN" dirty="0"/>
              <a:t>📊 Output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ECE14-27A4-49CC-A406-F4CBCCBF1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1"/>
            <a:ext cx="123317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45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7A919-DB22-5C02-6321-554A14C7C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88925"/>
            <a:ext cx="11756660" cy="1325563"/>
          </a:xfrm>
        </p:spPr>
        <p:txBody>
          <a:bodyPr/>
          <a:lstStyle/>
          <a:p>
            <a:r>
              <a:rPr lang="en-US" dirty="0"/>
              <a:t>✅ Advantage of </a:t>
            </a:r>
            <a:r>
              <a:rPr lang="en-IN" dirty="0"/>
              <a:t>Scientific Unit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3F9B-EAC2-88E4-6D7E-B13B8FA14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1️⃣ Easy to Use 👍</a:t>
            </a:r>
            <a:br>
              <a:rPr lang="en-IN" dirty="0"/>
            </a:br>
            <a:r>
              <a:rPr lang="en-IN" dirty="0"/>
              <a:t>Simple menu-driven interface.</a:t>
            </a:r>
          </a:p>
          <a:p>
            <a:r>
              <a:rPr lang="en-IN" dirty="0"/>
              <a:t>2️⃣ Fast Conversion ⚡</a:t>
            </a:r>
            <a:br>
              <a:rPr lang="en-IN" dirty="0"/>
            </a:br>
            <a:r>
              <a:rPr lang="en-IN" dirty="0"/>
              <a:t>Instant results without manual calculation.</a:t>
            </a:r>
          </a:p>
          <a:p>
            <a:r>
              <a:rPr lang="en-IN" dirty="0"/>
              <a:t>3️⃣ Accurate Results 🎯</a:t>
            </a:r>
            <a:br>
              <a:rPr lang="en-IN" dirty="0"/>
            </a:br>
            <a:r>
              <a:rPr lang="en-IN" dirty="0"/>
              <a:t>Reduces human calculation errors.</a:t>
            </a:r>
          </a:p>
          <a:p>
            <a:r>
              <a:rPr lang="en-IN" dirty="0"/>
              <a:t>4️⃣ Educational 📘</a:t>
            </a:r>
            <a:br>
              <a:rPr lang="en-IN" dirty="0"/>
            </a:br>
            <a:r>
              <a:rPr lang="en-IN" dirty="0"/>
              <a:t>Helps beginners learn C programming concepts.</a:t>
            </a:r>
          </a:p>
          <a:p>
            <a:r>
              <a:rPr lang="en-IN" dirty="0"/>
              <a:t>5️⃣ Reusable ♻️</a:t>
            </a:r>
            <a:br>
              <a:rPr lang="en-IN" dirty="0"/>
            </a:br>
            <a:r>
              <a:rPr lang="en-IN" dirty="0"/>
              <a:t>Can be modified to add more conversions.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110A9-0E19-A686-35F4-66A1A0275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987" y="4316361"/>
            <a:ext cx="2848373" cy="24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45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E3B47-5790-79BC-F9A9-D7B6578B4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65101"/>
            <a:ext cx="11899900" cy="1500188"/>
          </a:xfrm>
        </p:spPr>
        <p:txBody>
          <a:bodyPr>
            <a:normAutofit/>
          </a:bodyPr>
          <a:lstStyle/>
          <a:p>
            <a:r>
              <a:rPr lang="en-US" sz="4000" dirty="0"/>
              <a:t>🔮 Future Scope of</a:t>
            </a:r>
            <a:r>
              <a:rPr lang="en-IN" sz="4000" dirty="0"/>
              <a:t> Scientific Unit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334D-2A8B-683B-69B6-1338E8EB7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54107"/>
            <a:ext cx="11760200" cy="6171405"/>
          </a:xfrm>
        </p:spPr>
        <p:txBody>
          <a:bodyPr>
            <a:noAutofit/>
          </a:bodyPr>
          <a:lstStyle/>
          <a:p>
            <a:r>
              <a:rPr lang="en-IN" sz="3200" dirty="0"/>
              <a:t>1️⃣ Add More Units 📐</a:t>
            </a:r>
            <a:br>
              <a:rPr lang="en-IN" sz="3200" dirty="0"/>
            </a:br>
            <a:r>
              <a:rPr lang="en-IN" sz="3200" dirty="0"/>
              <a:t>Area, Volume, Speed, Energy, etc.</a:t>
            </a:r>
          </a:p>
          <a:p>
            <a:r>
              <a:rPr lang="en-IN" sz="3200" dirty="0"/>
              <a:t>2️⃣ GUI-Based Application 🖥️</a:t>
            </a:r>
            <a:br>
              <a:rPr lang="en-IN" sz="3200" dirty="0"/>
            </a:br>
            <a:r>
              <a:rPr lang="en-IN" sz="3200" dirty="0"/>
              <a:t>Convert it into a graphical application.</a:t>
            </a:r>
          </a:p>
          <a:p>
            <a:r>
              <a:rPr lang="en-IN" sz="3200" dirty="0"/>
              <a:t>3️⃣ File Handling 💾</a:t>
            </a:r>
            <a:br>
              <a:rPr lang="en-IN" sz="3200" dirty="0"/>
            </a:br>
            <a:r>
              <a:rPr lang="en-IN" sz="3200" dirty="0"/>
              <a:t>Store conversion history in files.</a:t>
            </a:r>
          </a:p>
          <a:p>
            <a:r>
              <a:rPr lang="en-IN" sz="3200" dirty="0"/>
              <a:t>4️⃣ Web or Mobile Version 🌐</a:t>
            </a:r>
            <a:br>
              <a:rPr lang="en-IN" sz="3200" dirty="0"/>
            </a:br>
            <a:r>
              <a:rPr lang="en-IN" sz="3200" dirty="0"/>
              <a:t>Develop as a web or mobile app.</a:t>
            </a:r>
          </a:p>
          <a:p>
            <a:r>
              <a:rPr lang="en-IN" sz="3200" dirty="0"/>
              <a:t>5️⃣ Advanced Error Handling 🚨</a:t>
            </a:r>
            <a:br>
              <a:rPr lang="en-IN" sz="3200" dirty="0"/>
            </a:br>
            <a:r>
              <a:rPr lang="en-IN" sz="3200" dirty="0"/>
              <a:t>Improve validation for invalid inputs.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35921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5197A3-B325-32AE-AB6D-D1646CD24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</p:spPr>
      </p:pic>
    </p:spTree>
    <p:extLst>
      <p:ext uri="{BB962C8B-B14F-4D97-AF65-F5344CB8AC3E}">
        <p14:creationId xmlns:p14="http://schemas.microsoft.com/office/powerpoint/2010/main" val="315029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571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PROJECT NAME: SCIENTIFIC UNIT CONVERTER             </vt:lpstr>
      <vt:lpstr>📌AGENDA</vt:lpstr>
      <vt:lpstr>🎯 OBJECTIVE </vt:lpstr>
      <vt:lpstr>🧾 INTRODUCTION TO PROJECT  Scientific Unit Converter Using c program</vt:lpstr>
      <vt:lpstr>🛠️ TOOLS &amp; TECHNOLOGIES USED</vt:lpstr>
      <vt:lpstr>⚙️ PROJECT WORKING</vt:lpstr>
      <vt:lpstr>                                📸 SCREENSHOT </vt:lpstr>
      <vt:lpstr>📊 Output </vt:lpstr>
      <vt:lpstr>✅ Advantage of Scientific Unit Converter</vt:lpstr>
      <vt:lpstr>🔮 Future Scope of Scientific Unit Converter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nirmalkar</dc:creator>
  <cp:lastModifiedBy>Ujjwal Goswami</cp:lastModifiedBy>
  <cp:revision>6</cp:revision>
  <dcterms:created xsi:type="dcterms:W3CDTF">2026-01-01T19:19:26Z</dcterms:created>
  <dcterms:modified xsi:type="dcterms:W3CDTF">2026-01-06T05:21:34Z</dcterms:modified>
</cp:coreProperties>
</file>